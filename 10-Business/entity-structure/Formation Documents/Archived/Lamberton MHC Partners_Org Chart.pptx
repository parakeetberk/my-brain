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38EFBA-98CD-4F5B-BD34-3450ED3928F2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FEFC7DF-093F-4366-8D4D-AE95A6006753}">
      <dgm:prSet phldrT="[Text]" custT="1"/>
      <dgm:spPr/>
      <dgm:t>
        <a:bodyPr/>
        <a:lstStyle/>
        <a:p>
          <a:r>
            <a:rPr lang="en-US" sz="1000" dirty="0"/>
            <a:t>Lamberton MHC Partners, LLC</a:t>
          </a:r>
          <a:br>
            <a:rPr lang="en-US" sz="800" dirty="0"/>
          </a:br>
          <a:r>
            <a:rPr lang="en-US" sz="800" dirty="0"/>
            <a:t>A DE limited liability company formed on 9/24/2019</a:t>
          </a:r>
          <a:br>
            <a:rPr lang="en-US" sz="800"/>
          </a:br>
          <a:endParaRPr lang="en-US" sz="800" dirty="0"/>
        </a:p>
      </dgm:t>
    </dgm:pt>
    <dgm:pt modelId="{F13AE92F-D06B-4223-8E57-F431CC87F91D}" type="parTrans" cxnId="{3A6265F2-5C62-42F7-90D2-BD28BDBFA7F1}">
      <dgm:prSet/>
      <dgm:spPr/>
      <dgm:t>
        <a:bodyPr/>
        <a:lstStyle/>
        <a:p>
          <a:endParaRPr lang="en-US"/>
        </a:p>
      </dgm:t>
    </dgm:pt>
    <dgm:pt modelId="{8A6D1C28-EA7C-433B-9527-2511C5EB009E}" type="sibTrans" cxnId="{3A6265F2-5C62-42F7-90D2-BD28BDBFA7F1}">
      <dgm:prSet custT="1"/>
      <dgm:spPr/>
      <dgm:t>
        <a:bodyPr/>
        <a:lstStyle/>
        <a:p>
          <a:endParaRPr lang="en-US" sz="800"/>
        </a:p>
      </dgm:t>
    </dgm:pt>
    <dgm:pt modelId="{E864A22E-3CBE-4C5A-9CCF-A6868571B13C}">
      <dgm:prSet phldrT="[Text]" custT="1"/>
      <dgm:spPr/>
      <dgm:t>
        <a:bodyPr/>
        <a:lstStyle/>
        <a:p>
          <a:r>
            <a:rPr lang="en-US" sz="800" dirty="0"/>
            <a:t>A2Z Community Partners, LLC</a:t>
          </a:r>
          <a:br>
            <a:rPr lang="en-US" sz="800" dirty="0"/>
          </a:br>
          <a:r>
            <a:rPr lang="en-US" sz="800" dirty="0"/>
            <a:t>Ownership: 90%</a:t>
          </a:r>
        </a:p>
      </dgm:t>
    </dgm:pt>
    <dgm:pt modelId="{B443080C-4F1D-43B0-97C2-321B0BD7D473}" type="parTrans" cxnId="{9F772E31-2B2C-42D8-AC5B-D30863562F49}">
      <dgm:prSet/>
      <dgm:spPr/>
      <dgm:t>
        <a:bodyPr/>
        <a:lstStyle/>
        <a:p>
          <a:endParaRPr lang="en-US" sz="800"/>
        </a:p>
      </dgm:t>
    </dgm:pt>
    <dgm:pt modelId="{8A6EBF67-F89C-4B3A-BE97-80B771564F0D}" type="sibTrans" cxnId="{9F772E31-2B2C-42D8-AC5B-D30863562F49}">
      <dgm:prSet custT="1"/>
      <dgm:spPr/>
      <dgm:t>
        <a:bodyPr/>
        <a:lstStyle/>
        <a:p>
          <a:endParaRPr lang="en-US" sz="800"/>
        </a:p>
      </dgm:t>
    </dgm:pt>
    <dgm:pt modelId="{AE999259-99E5-4EE5-A381-C8BD9B8A0E79}">
      <dgm:prSet phldrT="[Text]" custT="1"/>
      <dgm:spPr/>
      <dgm:t>
        <a:bodyPr/>
        <a:lstStyle/>
        <a:p>
          <a:r>
            <a:rPr lang="en-US" sz="800" dirty="0"/>
            <a:t>Limited Partners</a:t>
          </a:r>
        </a:p>
      </dgm:t>
    </dgm:pt>
    <dgm:pt modelId="{4BC6EFE8-3651-46CF-8F28-EE0741B4925B}" type="parTrans" cxnId="{D54E2ABE-0B91-48FF-AF85-2B41A9C02690}">
      <dgm:prSet/>
      <dgm:spPr/>
      <dgm:t>
        <a:bodyPr/>
        <a:lstStyle/>
        <a:p>
          <a:endParaRPr lang="en-US" sz="800"/>
        </a:p>
      </dgm:t>
    </dgm:pt>
    <dgm:pt modelId="{A9B1BEBC-0198-4391-8202-AA62708F1F1C}" type="sibTrans" cxnId="{D54E2ABE-0B91-48FF-AF85-2B41A9C02690}">
      <dgm:prSet custT="1"/>
      <dgm:spPr/>
      <dgm:t>
        <a:bodyPr/>
        <a:lstStyle/>
        <a:p>
          <a:endParaRPr lang="en-US" sz="800"/>
        </a:p>
      </dgm:t>
    </dgm:pt>
    <dgm:pt modelId="{15E7670D-051E-4B4C-81D5-CCA540F307F8}">
      <dgm:prSet phldrT="[Text]" custT="1"/>
      <dgm:spPr/>
      <dgm:t>
        <a:bodyPr/>
        <a:lstStyle/>
        <a:p>
          <a:r>
            <a:rPr lang="en-US" sz="800" dirty="0"/>
            <a:t>GAC Lamberton LLC</a:t>
          </a:r>
          <a:br>
            <a:rPr lang="en-US" sz="800" dirty="0"/>
          </a:br>
          <a:r>
            <a:rPr lang="en-US" sz="800" dirty="0"/>
            <a:t>Ownership: 3%</a:t>
          </a:r>
        </a:p>
      </dgm:t>
    </dgm:pt>
    <dgm:pt modelId="{2A96BD9F-8EE9-4594-AC81-7E1DB8C6E0D7}" type="parTrans" cxnId="{C9F76708-C252-4371-BC7C-6BB045B5452F}">
      <dgm:prSet/>
      <dgm:spPr/>
      <dgm:t>
        <a:bodyPr/>
        <a:lstStyle/>
        <a:p>
          <a:endParaRPr lang="en-US"/>
        </a:p>
      </dgm:t>
    </dgm:pt>
    <dgm:pt modelId="{090E7A26-EDAE-41BA-A9F7-EB79242A1D1E}" type="sibTrans" cxnId="{C9F76708-C252-4371-BC7C-6BB045B5452F}">
      <dgm:prSet/>
      <dgm:spPr/>
      <dgm:t>
        <a:bodyPr/>
        <a:lstStyle/>
        <a:p>
          <a:endParaRPr lang="en-US"/>
        </a:p>
      </dgm:t>
    </dgm:pt>
    <dgm:pt modelId="{A76AB69B-E972-46AA-8868-4D73C67D2DCE}">
      <dgm:prSet phldrT="[Text]" custT="1"/>
      <dgm:spPr/>
      <dgm:t>
        <a:bodyPr/>
        <a:lstStyle/>
        <a:p>
          <a:r>
            <a:rPr lang="en-US" sz="800" dirty="0"/>
            <a:t>JLB Group, LLC</a:t>
          </a:r>
          <a:br>
            <a:rPr lang="en-US" sz="800" dirty="0"/>
          </a:br>
          <a:r>
            <a:rPr lang="en-US" sz="800" dirty="0"/>
            <a:t>Ownership: 7%</a:t>
          </a:r>
        </a:p>
      </dgm:t>
    </dgm:pt>
    <dgm:pt modelId="{079168A8-4252-4EB0-8EE4-798B6956DBB7}" type="parTrans" cxnId="{C6605E63-B155-406B-A9A9-659802F908A8}">
      <dgm:prSet/>
      <dgm:spPr/>
      <dgm:t>
        <a:bodyPr/>
        <a:lstStyle/>
        <a:p>
          <a:endParaRPr lang="en-US"/>
        </a:p>
      </dgm:t>
    </dgm:pt>
    <dgm:pt modelId="{FD62A727-1482-41E7-AEA2-F42512E8CD6D}" type="sibTrans" cxnId="{C6605E63-B155-406B-A9A9-659802F908A8}">
      <dgm:prSet/>
      <dgm:spPr/>
      <dgm:t>
        <a:bodyPr/>
        <a:lstStyle/>
        <a:p>
          <a:endParaRPr lang="en-US"/>
        </a:p>
      </dgm:t>
    </dgm:pt>
    <dgm:pt modelId="{A776D5C3-2349-4A00-A01D-2DD07D721645}" type="pres">
      <dgm:prSet presAssocID="{A838EFBA-98CD-4F5B-BD34-3450ED3928F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9216F32-F1A0-46E4-8FE7-0196213D0BD2}" type="pres">
      <dgm:prSet presAssocID="{2FEFC7DF-093F-4366-8D4D-AE95A6006753}" presName="hierRoot1" presStyleCnt="0">
        <dgm:presLayoutVars>
          <dgm:hierBranch val="init"/>
        </dgm:presLayoutVars>
      </dgm:prSet>
      <dgm:spPr/>
    </dgm:pt>
    <dgm:pt modelId="{0F3AFD7E-97B4-482A-988D-D997FA7FA1DB}" type="pres">
      <dgm:prSet presAssocID="{2FEFC7DF-093F-4366-8D4D-AE95A6006753}" presName="rootComposite1" presStyleCnt="0"/>
      <dgm:spPr/>
    </dgm:pt>
    <dgm:pt modelId="{90B1A18B-F359-4A0A-AC98-2A3724137943}" type="pres">
      <dgm:prSet presAssocID="{2FEFC7DF-093F-4366-8D4D-AE95A6006753}" presName="rootText1" presStyleLbl="node0" presStyleIdx="0" presStyleCnt="1" custScaleX="182284">
        <dgm:presLayoutVars>
          <dgm:chPref val="3"/>
        </dgm:presLayoutVars>
      </dgm:prSet>
      <dgm:spPr/>
    </dgm:pt>
    <dgm:pt modelId="{8954CCC2-CAF1-46DC-B784-80582D180603}" type="pres">
      <dgm:prSet presAssocID="{2FEFC7DF-093F-4366-8D4D-AE95A6006753}" presName="rootConnector1" presStyleLbl="node1" presStyleIdx="0" presStyleCnt="0"/>
      <dgm:spPr/>
    </dgm:pt>
    <dgm:pt modelId="{F935FF15-0B5D-4F84-A1C0-08966317C925}" type="pres">
      <dgm:prSet presAssocID="{2FEFC7DF-093F-4366-8D4D-AE95A6006753}" presName="hierChild2" presStyleCnt="0"/>
      <dgm:spPr/>
    </dgm:pt>
    <dgm:pt modelId="{41462DB6-06D6-49CC-B472-2F414434D150}" type="pres">
      <dgm:prSet presAssocID="{B443080C-4F1D-43B0-97C2-321B0BD7D473}" presName="Name37" presStyleLbl="parChTrans1D2" presStyleIdx="0" presStyleCnt="2"/>
      <dgm:spPr/>
    </dgm:pt>
    <dgm:pt modelId="{C5CF956E-6541-4286-B12B-AC605B491860}" type="pres">
      <dgm:prSet presAssocID="{E864A22E-3CBE-4C5A-9CCF-A6868571B13C}" presName="hierRoot2" presStyleCnt="0">
        <dgm:presLayoutVars>
          <dgm:hierBranch val="init"/>
        </dgm:presLayoutVars>
      </dgm:prSet>
      <dgm:spPr/>
    </dgm:pt>
    <dgm:pt modelId="{52242E4C-C21E-45D3-ABA9-867D4990BC78}" type="pres">
      <dgm:prSet presAssocID="{E864A22E-3CBE-4C5A-9CCF-A6868571B13C}" presName="rootComposite" presStyleCnt="0"/>
      <dgm:spPr/>
    </dgm:pt>
    <dgm:pt modelId="{00311530-92CF-43FC-A3B3-E72680DA7B8F}" type="pres">
      <dgm:prSet presAssocID="{E864A22E-3CBE-4C5A-9CCF-A6868571B13C}" presName="rootText" presStyleLbl="node2" presStyleIdx="0" presStyleCnt="2" custLinFactX="-43061" custLinFactNeighborX="-100000">
        <dgm:presLayoutVars>
          <dgm:chPref val="3"/>
        </dgm:presLayoutVars>
      </dgm:prSet>
      <dgm:spPr/>
    </dgm:pt>
    <dgm:pt modelId="{E6E9CA9D-2AB3-46FB-B2FA-7010ECE75F02}" type="pres">
      <dgm:prSet presAssocID="{E864A22E-3CBE-4C5A-9CCF-A6868571B13C}" presName="rootConnector" presStyleLbl="node2" presStyleIdx="0" presStyleCnt="2"/>
      <dgm:spPr/>
    </dgm:pt>
    <dgm:pt modelId="{E4A3B0F6-BBA6-45FE-ADDB-9D6F734B38AA}" type="pres">
      <dgm:prSet presAssocID="{E864A22E-3CBE-4C5A-9CCF-A6868571B13C}" presName="hierChild4" presStyleCnt="0"/>
      <dgm:spPr/>
    </dgm:pt>
    <dgm:pt modelId="{F30E5D35-A72D-418A-8CE8-88144ECD3EF3}" type="pres">
      <dgm:prSet presAssocID="{E864A22E-3CBE-4C5A-9CCF-A6868571B13C}" presName="hierChild5" presStyleCnt="0"/>
      <dgm:spPr/>
    </dgm:pt>
    <dgm:pt modelId="{B8507C6C-81FD-49F1-AABA-F9D4B4E0AED6}" type="pres">
      <dgm:prSet presAssocID="{4BC6EFE8-3651-46CF-8F28-EE0741B4925B}" presName="Name37" presStyleLbl="parChTrans1D2" presStyleIdx="1" presStyleCnt="2"/>
      <dgm:spPr/>
    </dgm:pt>
    <dgm:pt modelId="{8619B93D-3890-481D-95EB-77658DDBAA5F}" type="pres">
      <dgm:prSet presAssocID="{AE999259-99E5-4EE5-A381-C8BD9B8A0E79}" presName="hierRoot2" presStyleCnt="0">
        <dgm:presLayoutVars>
          <dgm:hierBranch val="init"/>
        </dgm:presLayoutVars>
      </dgm:prSet>
      <dgm:spPr/>
    </dgm:pt>
    <dgm:pt modelId="{93E28A3D-F983-4750-B58F-3AD1DCC0D239}" type="pres">
      <dgm:prSet presAssocID="{AE999259-99E5-4EE5-A381-C8BD9B8A0E79}" presName="rootComposite" presStyleCnt="0"/>
      <dgm:spPr/>
    </dgm:pt>
    <dgm:pt modelId="{7CF70B22-4B32-48EB-8D7B-591F33627685}" type="pres">
      <dgm:prSet presAssocID="{AE999259-99E5-4EE5-A381-C8BD9B8A0E79}" presName="rootText" presStyleLbl="node2" presStyleIdx="1" presStyleCnt="2" custScaleX="107440" custLinFactNeighborX="46682" custLinFactNeighborY="-24">
        <dgm:presLayoutVars>
          <dgm:chPref val="3"/>
        </dgm:presLayoutVars>
      </dgm:prSet>
      <dgm:spPr/>
    </dgm:pt>
    <dgm:pt modelId="{A6C56241-CC62-4344-909E-4F6C9955067D}" type="pres">
      <dgm:prSet presAssocID="{AE999259-99E5-4EE5-A381-C8BD9B8A0E79}" presName="rootConnector" presStyleLbl="node2" presStyleIdx="1" presStyleCnt="2"/>
      <dgm:spPr/>
    </dgm:pt>
    <dgm:pt modelId="{821A578F-2CE7-48C4-801E-5D918EFD67E7}" type="pres">
      <dgm:prSet presAssocID="{AE999259-99E5-4EE5-A381-C8BD9B8A0E79}" presName="hierChild4" presStyleCnt="0"/>
      <dgm:spPr/>
    </dgm:pt>
    <dgm:pt modelId="{F56D743C-54E3-49CD-9BBF-769586E6A7C8}" type="pres">
      <dgm:prSet presAssocID="{2A96BD9F-8EE9-4594-AC81-7E1DB8C6E0D7}" presName="Name37" presStyleLbl="parChTrans1D3" presStyleIdx="0" presStyleCnt="2"/>
      <dgm:spPr/>
    </dgm:pt>
    <dgm:pt modelId="{A1392FC1-B970-40C3-9A1B-8DAEEAFD696C}" type="pres">
      <dgm:prSet presAssocID="{15E7670D-051E-4B4C-81D5-CCA540F307F8}" presName="hierRoot2" presStyleCnt="0">
        <dgm:presLayoutVars>
          <dgm:hierBranch val="init"/>
        </dgm:presLayoutVars>
      </dgm:prSet>
      <dgm:spPr/>
    </dgm:pt>
    <dgm:pt modelId="{3D1DC66E-BEBF-462D-8722-66BC063AA9A9}" type="pres">
      <dgm:prSet presAssocID="{15E7670D-051E-4B4C-81D5-CCA540F307F8}" presName="rootComposite" presStyleCnt="0"/>
      <dgm:spPr/>
    </dgm:pt>
    <dgm:pt modelId="{740F63DA-81D9-4840-8803-17F077244F76}" type="pres">
      <dgm:prSet presAssocID="{15E7670D-051E-4B4C-81D5-CCA540F307F8}" presName="rootText" presStyleLbl="node3" presStyleIdx="0" presStyleCnt="2" custLinFactNeighborX="-93964" custLinFactNeighborY="591">
        <dgm:presLayoutVars>
          <dgm:chPref val="3"/>
        </dgm:presLayoutVars>
      </dgm:prSet>
      <dgm:spPr/>
    </dgm:pt>
    <dgm:pt modelId="{51B8FBC7-2CFE-43A1-9239-9846D70ACE05}" type="pres">
      <dgm:prSet presAssocID="{15E7670D-051E-4B4C-81D5-CCA540F307F8}" presName="rootConnector" presStyleLbl="node3" presStyleIdx="0" presStyleCnt="2"/>
      <dgm:spPr/>
    </dgm:pt>
    <dgm:pt modelId="{2EE2775B-1979-4FCF-8219-D033B2767AC0}" type="pres">
      <dgm:prSet presAssocID="{15E7670D-051E-4B4C-81D5-CCA540F307F8}" presName="hierChild4" presStyleCnt="0"/>
      <dgm:spPr/>
    </dgm:pt>
    <dgm:pt modelId="{C07F2105-15D6-457E-AF6C-0DC0D6774B57}" type="pres">
      <dgm:prSet presAssocID="{15E7670D-051E-4B4C-81D5-CCA540F307F8}" presName="hierChild5" presStyleCnt="0"/>
      <dgm:spPr/>
    </dgm:pt>
    <dgm:pt modelId="{1B593159-3463-4B74-B446-8028B18FE667}" type="pres">
      <dgm:prSet presAssocID="{079168A8-4252-4EB0-8EE4-798B6956DBB7}" presName="Name37" presStyleLbl="parChTrans1D3" presStyleIdx="1" presStyleCnt="2"/>
      <dgm:spPr/>
    </dgm:pt>
    <dgm:pt modelId="{1CB66ACC-8981-4CFE-AF9D-A80097DC78D2}" type="pres">
      <dgm:prSet presAssocID="{A76AB69B-E972-46AA-8868-4D73C67D2DCE}" presName="hierRoot2" presStyleCnt="0">
        <dgm:presLayoutVars>
          <dgm:hierBranch val="init"/>
        </dgm:presLayoutVars>
      </dgm:prSet>
      <dgm:spPr/>
    </dgm:pt>
    <dgm:pt modelId="{51BD785A-1B95-4E6E-B082-ACFFB9A3E230}" type="pres">
      <dgm:prSet presAssocID="{A76AB69B-E972-46AA-8868-4D73C67D2DCE}" presName="rootComposite" presStyleCnt="0"/>
      <dgm:spPr/>
    </dgm:pt>
    <dgm:pt modelId="{D454A426-1873-41F7-80A2-510514702940}" type="pres">
      <dgm:prSet presAssocID="{A76AB69B-E972-46AA-8868-4D73C67D2DCE}" presName="rootText" presStyleLbl="node3" presStyleIdx="1" presStyleCnt="2" custLinFactY="-43069" custLinFactNeighborX="73201" custLinFactNeighborY="-100000">
        <dgm:presLayoutVars>
          <dgm:chPref val="3"/>
        </dgm:presLayoutVars>
      </dgm:prSet>
      <dgm:spPr/>
    </dgm:pt>
    <dgm:pt modelId="{E08B41D8-0647-4490-A0C7-FC0006D8B5B7}" type="pres">
      <dgm:prSet presAssocID="{A76AB69B-E972-46AA-8868-4D73C67D2DCE}" presName="rootConnector" presStyleLbl="node3" presStyleIdx="1" presStyleCnt="2"/>
      <dgm:spPr/>
    </dgm:pt>
    <dgm:pt modelId="{2593B3DD-5464-4F48-91D6-3DD0A1ED005C}" type="pres">
      <dgm:prSet presAssocID="{A76AB69B-E972-46AA-8868-4D73C67D2DCE}" presName="hierChild4" presStyleCnt="0"/>
      <dgm:spPr/>
    </dgm:pt>
    <dgm:pt modelId="{AA9E7E44-80A1-4A11-9E06-0C4893748441}" type="pres">
      <dgm:prSet presAssocID="{A76AB69B-E972-46AA-8868-4D73C67D2DCE}" presName="hierChild5" presStyleCnt="0"/>
      <dgm:spPr/>
    </dgm:pt>
    <dgm:pt modelId="{7D6C9FAE-641B-4280-8F25-FC5DC43EAB4B}" type="pres">
      <dgm:prSet presAssocID="{AE999259-99E5-4EE5-A381-C8BD9B8A0E79}" presName="hierChild5" presStyleCnt="0"/>
      <dgm:spPr/>
    </dgm:pt>
    <dgm:pt modelId="{2895F6A0-9999-462B-AFE7-D5D5DE377ACE}" type="pres">
      <dgm:prSet presAssocID="{2FEFC7DF-093F-4366-8D4D-AE95A6006753}" presName="hierChild3" presStyleCnt="0"/>
      <dgm:spPr/>
    </dgm:pt>
  </dgm:ptLst>
  <dgm:cxnLst>
    <dgm:cxn modelId="{79FB0903-B750-4B5B-94AB-2B2CBCE721FA}" type="presOf" srcId="{2FEFC7DF-093F-4366-8D4D-AE95A6006753}" destId="{8954CCC2-CAF1-46DC-B784-80582D180603}" srcOrd="1" destOrd="0" presId="urn:microsoft.com/office/officeart/2005/8/layout/orgChart1"/>
    <dgm:cxn modelId="{C9F76708-C252-4371-BC7C-6BB045B5452F}" srcId="{AE999259-99E5-4EE5-A381-C8BD9B8A0E79}" destId="{15E7670D-051E-4B4C-81D5-CCA540F307F8}" srcOrd="0" destOrd="0" parTransId="{2A96BD9F-8EE9-4594-AC81-7E1DB8C6E0D7}" sibTransId="{090E7A26-EDAE-41BA-A9F7-EB79242A1D1E}"/>
    <dgm:cxn modelId="{EC83AD16-558E-4043-91AD-8507CD1FAA6A}" type="presOf" srcId="{B443080C-4F1D-43B0-97C2-321B0BD7D473}" destId="{41462DB6-06D6-49CC-B472-2F414434D150}" srcOrd="0" destOrd="0" presId="urn:microsoft.com/office/officeart/2005/8/layout/orgChart1"/>
    <dgm:cxn modelId="{2E4DCE1A-23B8-482A-9F92-DB07ADCB6BC8}" type="presOf" srcId="{4BC6EFE8-3651-46CF-8F28-EE0741B4925B}" destId="{B8507C6C-81FD-49F1-AABA-F9D4B4E0AED6}" srcOrd="0" destOrd="0" presId="urn:microsoft.com/office/officeart/2005/8/layout/orgChart1"/>
    <dgm:cxn modelId="{8B49C327-0DB8-4BE3-905C-55F1D65CA917}" type="presOf" srcId="{E864A22E-3CBE-4C5A-9CCF-A6868571B13C}" destId="{E6E9CA9D-2AB3-46FB-B2FA-7010ECE75F02}" srcOrd="1" destOrd="0" presId="urn:microsoft.com/office/officeart/2005/8/layout/orgChart1"/>
    <dgm:cxn modelId="{66C2F12B-D072-4A05-91A1-DE6764991A27}" type="presOf" srcId="{A76AB69B-E972-46AA-8868-4D73C67D2DCE}" destId="{D454A426-1873-41F7-80A2-510514702940}" srcOrd="0" destOrd="0" presId="urn:microsoft.com/office/officeart/2005/8/layout/orgChart1"/>
    <dgm:cxn modelId="{9F772E31-2B2C-42D8-AC5B-D30863562F49}" srcId="{2FEFC7DF-093F-4366-8D4D-AE95A6006753}" destId="{E864A22E-3CBE-4C5A-9CCF-A6868571B13C}" srcOrd="0" destOrd="0" parTransId="{B443080C-4F1D-43B0-97C2-321B0BD7D473}" sibTransId="{8A6EBF67-F89C-4B3A-BE97-80B771564F0D}"/>
    <dgm:cxn modelId="{A82AC936-2C66-4EEE-B1EF-08B54B48855C}" type="presOf" srcId="{2FEFC7DF-093F-4366-8D4D-AE95A6006753}" destId="{90B1A18B-F359-4A0A-AC98-2A3724137943}" srcOrd="0" destOrd="0" presId="urn:microsoft.com/office/officeart/2005/8/layout/orgChart1"/>
    <dgm:cxn modelId="{FBE12838-8569-4F90-8A51-0BF56A26DACE}" type="presOf" srcId="{2A96BD9F-8EE9-4594-AC81-7E1DB8C6E0D7}" destId="{F56D743C-54E3-49CD-9BBF-769586E6A7C8}" srcOrd="0" destOrd="0" presId="urn:microsoft.com/office/officeart/2005/8/layout/orgChart1"/>
    <dgm:cxn modelId="{E3C0993C-B701-454A-95E7-D9A225C5CBC9}" type="presOf" srcId="{079168A8-4252-4EB0-8EE4-798B6956DBB7}" destId="{1B593159-3463-4B74-B446-8028B18FE667}" srcOrd="0" destOrd="0" presId="urn:microsoft.com/office/officeart/2005/8/layout/orgChart1"/>
    <dgm:cxn modelId="{FFB26642-686F-45E0-AF95-74B1100137DB}" type="presOf" srcId="{A838EFBA-98CD-4F5B-BD34-3450ED3928F2}" destId="{A776D5C3-2349-4A00-A01D-2DD07D721645}" srcOrd="0" destOrd="0" presId="urn:microsoft.com/office/officeart/2005/8/layout/orgChart1"/>
    <dgm:cxn modelId="{C6605E63-B155-406B-A9A9-659802F908A8}" srcId="{AE999259-99E5-4EE5-A381-C8BD9B8A0E79}" destId="{A76AB69B-E972-46AA-8868-4D73C67D2DCE}" srcOrd="1" destOrd="0" parTransId="{079168A8-4252-4EB0-8EE4-798B6956DBB7}" sibTransId="{FD62A727-1482-41E7-AEA2-F42512E8CD6D}"/>
    <dgm:cxn modelId="{B3726F64-BFC9-4313-8BB3-FCC648EE1D3E}" type="presOf" srcId="{15E7670D-051E-4B4C-81D5-CCA540F307F8}" destId="{740F63DA-81D9-4840-8803-17F077244F76}" srcOrd="0" destOrd="0" presId="urn:microsoft.com/office/officeart/2005/8/layout/orgChart1"/>
    <dgm:cxn modelId="{59899C8B-E622-4EF6-BCD1-0AEDAD68B6C8}" type="presOf" srcId="{A76AB69B-E972-46AA-8868-4D73C67D2DCE}" destId="{E08B41D8-0647-4490-A0C7-FC0006D8B5B7}" srcOrd="1" destOrd="0" presId="urn:microsoft.com/office/officeart/2005/8/layout/orgChart1"/>
    <dgm:cxn modelId="{64737191-CA47-45CF-B45E-141FB6349EC6}" type="presOf" srcId="{E864A22E-3CBE-4C5A-9CCF-A6868571B13C}" destId="{00311530-92CF-43FC-A3B3-E72680DA7B8F}" srcOrd="0" destOrd="0" presId="urn:microsoft.com/office/officeart/2005/8/layout/orgChart1"/>
    <dgm:cxn modelId="{802BCEA2-9653-435A-AC5A-69A6DF8C3AED}" type="presOf" srcId="{AE999259-99E5-4EE5-A381-C8BD9B8A0E79}" destId="{7CF70B22-4B32-48EB-8D7B-591F33627685}" srcOrd="0" destOrd="0" presId="urn:microsoft.com/office/officeart/2005/8/layout/orgChart1"/>
    <dgm:cxn modelId="{EB92A5A9-02F7-45A3-B435-401EA4C94796}" type="presOf" srcId="{15E7670D-051E-4B4C-81D5-CCA540F307F8}" destId="{51B8FBC7-2CFE-43A1-9239-9846D70ACE05}" srcOrd="1" destOrd="0" presId="urn:microsoft.com/office/officeart/2005/8/layout/orgChart1"/>
    <dgm:cxn modelId="{D54E2ABE-0B91-48FF-AF85-2B41A9C02690}" srcId="{2FEFC7DF-093F-4366-8D4D-AE95A6006753}" destId="{AE999259-99E5-4EE5-A381-C8BD9B8A0E79}" srcOrd="1" destOrd="0" parTransId="{4BC6EFE8-3651-46CF-8F28-EE0741B4925B}" sibTransId="{A9B1BEBC-0198-4391-8202-AA62708F1F1C}"/>
    <dgm:cxn modelId="{511A2DE9-DB3A-4F09-94AB-D6CC0E4D435C}" type="presOf" srcId="{AE999259-99E5-4EE5-A381-C8BD9B8A0E79}" destId="{A6C56241-CC62-4344-909E-4F6C9955067D}" srcOrd="1" destOrd="0" presId="urn:microsoft.com/office/officeart/2005/8/layout/orgChart1"/>
    <dgm:cxn modelId="{3A6265F2-5C62-42F7-90D2-BD28BDBFA7F1}" srcId="{A838EFBA-98CD-4F5B-BD34-3450ED3928F2}" destId="{2FEFC7DF-093F-4366-8D4D-AE95A6006753}" srcOrd="0" destOrd="0" parTransId="{F13AE92F-D06B-4223-8E57-F431CC87F91D}" sibTransId="{8A6D1C28-EA7C-433B-9527-2511C5EB009E}"/>
    <dgm:cxn modelId="{08D69B2E-DA99-481C-9E84-C97E99A368F9}" type="presParOf" srcId="{A776D5C3-2349-4A00-A01D-2DD07D721645}" destId="{79216F32-F1A0-46E4-8FE7-0196213D0BD2}" srcOrd="0" destOrd="0" presId="urn:microsoft.com/office/officeart/2005/8/layout/orgChart1"/>
    <dgm:cxn modelId="{211AF647-D7D9-4AC9-8F98-D11D10F472EF}" type="presParOf" srcId="{79216F32-F1A0-46E4-8FE7-0196213D0BD2}" destId="{0F3AFD7E-97B4-482A-988D-D997FA7FA1DB}" srcOrd="0" destOrd="0" presId="urn:microsoft.com/office/officeart/2005/8/layout/orgChart1"/>
    <dgm:cxn modelId="{CCFC53FD-AD6A-4279-A892-22E062702BA7}" type="presParOf" srcId="{0F3AFD7E-97B4-482A-988D-D997FA7FA1DB}" destId="{90B1A18B-F359-4A0A-AC98-2A3724137943}" srcOrd="0" destOrd="0" presId="urn:microsoft.com/office/officeart/2005/8/layout/orgChart1"/>
    <dgm:cxn modelId="{BD480BF8-C420-4DB2-977A-2733A1287ED6}" type="presParOf" srcId="{0F3AFD7E-97B4-482A-988D-D997FA7FA1DB}" destId="{8954CCC2-CAF1-46DC-B784-80582D180603}" srcOrd="1" destOrd="0" presId="urn:microsoft.com/office/officeart/2005/8/layout/orgChart1"/>
    <dgm:cxn modelId="{08600CCD-7888-4A2C-85B7-98FFA8AF8A34}" type="presParOf" srcId="{79216F32-F1A0-46E4-8FE7-0196213D0BD2}" destId="{F935FF15-0B5D-4F84-A1C0-08966317C925}" srcOrd="1" destOrd="0" presId="urn:microsoft.com/office/officeart/2005/8/layout/orgChart1"/>
    <dgm:cxn modelId="{9FD3A987-192E-4E7F-B23C-6A1E06404095}" type="presParOf" srcId="{F935FF15-0B5D-4F84-A1C0-08966317C925}" destId="{41462DB6-06D6-49CC-B472-2F414434D150}" srcOrd="0" destOrd="0" presId="urn:microsoft.com/office/officeart/2005/8/layout/orgChart1"/>
    <dgm:cxn modelId="{D7F88FDF-96FA-453C-B47B-69FE639702CD}" type="presParOf" srcId="{F935FF15-0B5D-4F84-A1C0-08966317C925}" destId="{C5CF956E-6541-4286-B12B-AC605B491860}" srcOrd="1" destOrd="0" presId="urn:microsoft.com/office/officeart/2005/8/layout/orgChart1"/>
    <dgm:cxn modelId="{1222C365-07AB-417D-93DA-4ED2673AAD10}" type="presParOf" srcId="{C5CF956E-6541-4286-B12B-AC605B491860}" destId="{52242E4C-C21E-45D3-ABA9-867D4990BC78}" srcOrd="0" destOrd="0" presId="urn:microsoft.com/office/officeart/2005/8/layout/orgChart1"/>
    <dgm:cxn modelId="{2B768B92-8AD7-43DC-AF62-DAD0DD052955}" type="presParOf" srcId="{52242E4C-C21E-45D3-ABA9-867D4990BC78}" destId="{00311530-92CF-43FC-A3B3-E72680DA7B8F}" srcOrd="0" destOrd="0" presId="urn:microsoft.com/office/officeart/2005/8/layout/orgChart1"/>
    <dgm:cxn modelId="{EBB9BA4F-C0D3-4744-9F2D-2B9F37D626EC}" type="presParOf" srcId="{52242E4C-C21E-45D3-ABA9-867D4990BC78}" destId="{E6E9CA9D-2AB3-46FB-B2FA-7010ECE75F02}" srcOrd="1" destOrd="0" presId="urn:microsoft.com/office/officeart/2005/8/layout/orgChart1"/>
    <dgm:cxn modelId="{B40F1DA1-6110-4849-8166-D3F7E38E1951}" type="presParOf" srcId="{C5CF956E-6541-4286-B12B-AC605B491860}" destId="{E4A3B0F6-BBA6-45FE-ADDB-9D6F734B38AA}" srcOrd="1" destOrd="0" presId="urn:microsoft.com/office/officeart/2005/8/layout/orgChart1"/>
    <dgm:cxn modelId="{457608E9-7E0F-4AAB-9B7C-897364471AD6}" type="presParOf" srcId="{C5CF956E-6541-4286-B12B-AC605B491860}" destId="{F30E5D35-A72D-418A-8CE8-88144ECD3EF3}" srcOrd="2" destOrd="0" presId="urn:microsoft.com/office/officeart/2005/8/layout/orgChart1"/>
    <dgm:cxn modelId="{230273F5-B6E9-466A-85DE-8F1DFA894C5B}" type="presParOf" srcId="{F935FF15-0B5D-4F84-A1C0-08966317C925}" destId="{B8507C6C-81FD-49F1-AABA-F9D4B4E0AED6}" srcOrd="2" destOrd="0" presId="urn:microsoft.com/office/officeart/2005/8/layout/orgChart1"/>
    <dgm:cxn modelId="{2BCC89ED-A962-4F11-BBF0-E488CBD99331}" type="presParOf" srcId="{F935FF15-0B5D-4F84-A1C0-08966317C925}" destId="{8619B93D-3890-481D-95EB-77658DDBAA5F}" srcOrd="3" destOrd="0" presId="urn:microsoft.com/office/officeart/2005/8/layout/orgChart1"/>
    <dgm:cxn modelId="{B51035C7-68D3-4334-B9B7-0116D893191E}" type="presParOf" srcId="{8619B93D-3890-481D-95EB-77658DDBAA5F}" destId="{93E28A3D-F983-4750-B58F-3AD1DCC0D239}" srcOrd="0" destOrd="0" presId="urn:microsoft.com/office/officeart/2005/8/layout/orgChart1"/>
    <dgm:cxn modelId="{02B7011F-2A22-40AC-9E99-584B92234AAD}" type="presParOf" srcId="{93E28A3D-F983-4750-B58F-3AD1DCC0D239}" destId="{7CF70B22-4B32-48EB-8D7B-591F33627685}" srcOrd="0" destOrd="0" presId="urn:microsoft.com/office/officeart/2005/8/layout/orgChart1"/>
    <dgm:cxn modelId="{FDC15023-AB79-4D33-8B86-5070C9BA8D4C}" type="presParOf" srcId="{93E28A3D-F983-4750-B58F-3AD1DCC0D239}" destId="{A6C56241-CC62-4344-909E-4F6C9955067D}" srcOrd="1" destOrd="0" presId="urn:microsoft.com/office/officeart/2005/8/layout/orgChart1"/>
    <dgm:cxn modelId="{C2BFEF5B-8601-447B-BAEF-411413BF6A36}" type="presParOf" srcId="{8619B93D-3890-481D-95EB-77658DDBAA5F}" destId="{821A578F-2CE7-48C4-801E-5D918EFD67E7}" srcOrd="1" destOrd="0" presId="urn:microsoft.com/office/officeart/2005/8/layout/orgChart1"/>
    <dgm:cxn modelId="{F351C12C-7DBD-4545-B8C6-D01149F046BC}" type="presParOf" srcId="{821A578F-2CE7-48C4-801E-5D918EFD67E7}" destId="{F56D743C-54E3-49CD-9BBF-769586E6A7C8}" srcOrd="0" destOrd="0" presId="urn:microsoft.com/office/officeart/2005/8/layout/orgChart1"/>
    <dgm:cxn modelId="{84BB5BBC-07D4-457F-BF96-5D1923D66821}" type="presParOf" srcId="{821A578F-2CE7-48C4-801E-5D918EFD67E7}" destId="{A1392FC1-B970-40C3-9A1B-8DAEEAFD696C}" srcOrd="1" destOrd="0" presId="urn:microsoft.com/office/officeart/2005/8/layout/orgChart1"/>
    <dgm:cxn modelId="{FAAB29CC-E968-44A6-92E1-AC9BC33AA69B}" type="presParOf" srcId="{A1392FC1-B970-40C3-9A1B-8DAEEAFD696C}" destId="{3D1DC66E-BEBF-462D-8722-66BC063AA9A9}" srcOrd="0" destOrd="0" presId="urn:microsoft.com/office/officeart/2005/8/layout/orgChart1"/>
    <dgm:cxn modelId="{C99BA0F2-1F31-40CB-A711-84425ECB064A}" type="presParOf" srcId="{3D1DC66E-BEBF-462D-8722-66BC063AA9A9}" destId="{740F63DA-81D9-4840-8803-17F077244F76}" srcOrd="0" destOrd="0" presId="urn:microsoft.com/office/officeart/2005/8/layout/orgChart1"/>
    <dgm:cxn modelId="{087B084F-2496-4965-B2C8-3EAE66677EDB}" type="presParOf" srcId="{3D1DC66E-BEBF-462D-8722-66BC063AA9A9}" destId="{51B8FBC7-2CFE-43A1-9239-9846D70ACE05}" srcOrd="1" destOrd="0" presId="urn:microsoft.com/office/officeart/2005/8/layout/orgChart1"/>
    <dgm:cxn modelId="{3EE0C389-7545-4D26-9763-8C18ABDE2301}" type="presParOf" srcId="{A1392FC1-B970-40C3-9A1B-8DAEEAFD696C}" destId="{2EE2775B-1979-4FCF-8219-D033B2767AC0}" srcOrd="1" destOrd="0" presId="urn:microsoft.com/office/officeart/2005/8/layout/orgChart1"/>
    <dgm:cxn modelId="{80323392-B51A-4FB3-A625-2CA9228D5656}" type="presParOf" srcId="{A1392FC1-B970-40C3-9A1B-8DAEEAFD696C}" destId="{C07F2105-15D6-457E-AF6C-0DC0D6774B57}" srcOrd="2" destOrd="0" presId="urn:microsoft.com/office/officeart/2005/8/layout/orgChart1"/>
    <dgm:cxn modelId="{C1DEED02-591B-4F3E-831C-748AAF2D95BA}" type="presParOf" srcId="{821A578F-2CE7-48C4-801E-5D918EFD67E7}" destId="{1B593159-3463-4B74-B446-8028B18FE667}" srcOrd="2" destOrd="0" presId="urn:microsoft.com/office/officeart/2005/8/layout/orgChart1"/>
    <dgm:cxn modelId="{1B9BE81A-7C3B-49E9-8DF5-A1E03937403C}" type="presParOf" srcId="{821A578F-2CE7-48C4-801E-5D918EFD67E7}" destId="{1CB66ACC-8981-4CFE-AF9D-A80097DC78D2}" srcOrd="3" destOrd="0" presId="urn:microsoft.com/office/officeart/2005/8/layout/orgChart1"/>
    <dgm:cxn modelId="{CA844D24-8EB5-4902-9D1B-F4DE1B3DDFB1}" type="presParOf" srcId="{1CB66ACC-8981-4CFE-AF9D-A80097DC78D2}" destId="{51BD785A-1B95-4E6E-B082-ACFFB9A3E230}" srcOrd="0" destOrd="0" presId="urn:microsoft.com/office/officeart/2005/8/layout/orgChart1"/>
    <dgm:cxn modelId="{C176D97A-B5A7-4732-B3DE-4520F7D1DE73}" type="presParOf" srcId="{51BD785A-1B95-4E6E-B082-ACFFB9A3E230}" destId="{D454A426-1873-41F7-80A2-510514702940}" srcOrd="0" destOrd="0" presId="urn:microsoft.com/office/officeart/2005/8/layout/orgChart1"/>
    <dgm:cxn modelId="{04D7FD15-8F17-40EC-8D10-479BD1B83A19}" type="presParOf" srcId="{51BD785A-1B95-4E6E-B082-ACFFB9A3E230}" destId="{E08B41D8-0647-4490-A0C7-FC0006D8B5B7}" srcOrd="1" destOrd="0" presId="urn:microsoft.com/office/officeart/2005/8/layout/orgChart1"/>
    <dgm:cxn modelId="{25CFED87-F770-417E-B757-002A542F3085}" type="presParOf" srcId="{1CB66ACC-8981-4CFE-AF9D-A80097DC78D2}" destId="{2593B3DD-5464-4F48-91D6-3DD0A1ED005C}" srcOrd="1" destOrd="0" presId="urn:microsoft.com/office/officeart/2005/8/layout/orgChart1"/>
    <dgm:cxn modelId="{F37F79A6-8849-4E51-8B13-7723187616E5}" type="presParOf" srcId="{1CB66ACC-8981-4CFE-AF9D-A80097DC78D2}" destId="{AA9E7E44-80A1-4A11-9E06-0C4893748441}" srcOrd="2" destOrd="0" presId="urn:microsoft.com/office/officeart/2005/8/layout/orgChart1"/>
    <dgm:cxn modelId="{11E43D30-17F8-46BF-B79C-8C2833629FEF}" type="presParOf" srcId="{8619B93D-3890-481D-95EB-77658DDBAA5F}" destId="{7D6C9FAE-641B-4280-8F25-FC5DC43EAB4B}" srcOrd="2" destOrd="0" presId="urn:microsoft.com/office/officeart/2005/8/layout/orgChart1"/>
    <dgm:cxn modelId="{3A0D5271-64D0-4BA2-8464-3DF39C9BEE98}" type="presParOf" srcId="{79216F32-F1A0-46E4-8FE7-0196213D0BD2}" destId="{2895F6A0-9999-462B-AFE7-D5D5DE377AC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93159-3463-4B74-B446-8028B18FE667}">
      <dsp:nvSpPr>
        <dsp:cNvPr id="0" name=""/>
        <dsp:cNvSpPr/>
      </dsp:nvSpPr>
      <dsp:spPr>
        <a:xfrm>
          <a:off x="5994711" y="2492974"/>
          <a:ext cx="877516" cy="936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6020"/>
              </a:lnTo>
              <a:lnTo>
                <a:pt x="877516" y="93602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6D743C-54E3-49CD-9BBF-769586E6A7C8}">
      <dsp:nvSpPr>
        <dsp:cNvPr id="0" name=""/>
        <dsp:cNvSpPr/>
      </dsp:nvSpPr>
      <dsp:spPr>
        <a:xfrm>
          <a:off x="5489833" y="2492974"/>
          <a:ext cx="504878" cy="953103"/>
        </a:xfrm>
        <a:custGeom>
          <a:avLst/>
          <a:gdLst/>
          <a:ahLst/>
          <a:cxnLst/>
          <a:rect l="0" t="0" r="0" b="0"/>
          <a:pathLst>
            <a:path>
              <a:moveTo>
                <a:pt x="504878" y="0"/>
              </a:moveTo>
              <a:lnTo>
                <a:pt x="504878" y="953103"/>
              </a:lnTo>
              <a:lnTo>
                <a:pt x="0" y="95310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507C6C-81FD-49F1-AABA-F9D4B4E0AED6}">
      <dsp:nvSpPr>
        <dsp:cNvPr id="0" name=""/>
        <dsp:cNvSpPr/>
      </dsp:nvSpPr>
      <dsp:spPr>
        <a:xfrm>
          <a:off x="4673219" y="1031895"/>
          <a:ext cx="2206026" cy="431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5864"/>
              </a:lnTo>
              <a:lnTo>
                <a:pt x="2206026" y="215864"/>
              </a:lnTo>
              <a:lnTo>
                <a:pt x="2206026" y="43197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462DB6-06D6-49CC-B472-2F414434D150}">
      <dsp:nvSpPr>
        <dsp:cNvPr id="0" name=""/>
        <dsp:cNvSpPr/>
      </dsp:nvSpPr>
      <dsp:spPr>
        <a:xfrm>
          <a:off x="1029103" y="1031895"/>
          <a:ext cx="3644116" cy="432223"/>
        </a:xfrm>
        <a:custGeom>
          <a:avLst/>
          <a:gdLst/>
          <a:ahLst/>
          <a:cxnLst/>
          <a:rect l="0" t="0" r="0" b="0"/>
          <a:pathLst>
            <a:path>
              <a:moveTo>
                <a:pt x="3644116" y="0"/>
              </a:moveTo>
              <a:lnTo>
                <a:pt x="3644116" y="216111"/>
              </a:lnTo>
              <a:lnTo>
                <a:pt x="0" y="216111"/>
              </a:lnTo>
              <a:lnTo>
                <a:pt x="0" y="432223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B1A18B-F359-4A0A-AC98-2A3724137943}">
      <dsp:nvSpPr>
        <dsp:cNvPr id="0" name=""/>
        <dsp:cNvSpPr/>
      </dsp:nvSpPr>
      <dsp:spPr>
        <a:xfrm>
          <a:off x="2797329" y="2791"/>
          <a:ext cx="3751781" cy="10291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Lamberton MHC Partners, LLC</a:t>
          </a:r>
          <a:br>
            <a:rPr lang="en-US" sz="800" kern="1200" dirty="0"/>
          </a:br>
          <a:r>
            <a:rPr lang="en-US" sz="800" kern="1200" dirty="0"/>
            <a:t>A DE limited liability company formed on 9/24/2019</a:t>
          </a:r>
          <a:br>
            <a:rPr lang="en-US" sz="800" kern="1200"/>
          </a:br>
          <a:endParaRPr lang="en-US" sz="800" kern="1200" dirty="0"/>
        </a:p>
      </dsp:txBody>
      <dsp:txXfrm>
        <a:off x="2797329" y="2791"/>
        <a:ext cx="3751781" cy="1029103"/>
      </dsp:txXfrm>
    </dsp:sp>
    <dsp:sp modelId="{00311530-92CF-43FC-A3B3-E72680DA7B8F}">
      <dsp:nvSpPr>
        <dsp:cNvPr id="0" name=""/>
        <dsp:cNvSpPr/>
      </dsp:nvSpPr>
      <dsp:spPr>
        <a:xfrm>
          <a:off x="0" y="1464118"/>
          <a:ext cx="2058206" cy="10291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A2Z Community Partners, LLC</a:t>
          </a:r>
          <a:br>
            <a:rPr lang="en-US" sz="800" kern="1200" dirty="0"/>
          </a:br>
          <a:r>
            <a:rPr lang="en-US" sz="800" kern="1200" dirty="0"/>
            <a:t>Ownership: 90%</a:t>
          </a:r>
        </a:p>
      </dsp:txBody>
      <dsp:txXfrm>
        <a:off x="0" y="1464118"/>
        <a:ext cx="2058206" cy="1029103"/>
      </dsp:txXfrm>
    </dsp:sp>
    <dsp:sp modelId="{7CF70B22-4B32-48EB-8D7B-591F33627685}">
      <dsp:nvSpPr>
        <dsp:cNvPr id="0" name=""/>
        <dsp:cNvSpPr/>
      </dsp:nvSpPr>
      <dsp:spPr>
        <a:xfrm>
          <a:off x="5773577" y="1463871"/>
          <a:ext cx="2211337" cy="10291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Limited Partners</a:t>
          </a:r>
        </a:p>
      </dsp:txBody>
      <dsp:txXfrm>
        <a:off x="5773577" y="1463871"/>
        <a:ext cx="2211337" cy="1029103"/>
      </dsp:txXfrm>
    </dsp:sp>
    <dsp:sp modelId="{740F63DA-81D9-4840-8803-17F077244F76}">
      <dsp:nvSpPr>
        <dsp:cNvPr id="0" name=""/>
        <dsp:cNvSpPr/>
      </dsp:nvSpPr>
      <dsp:spPr>
        <a:xfrm>
          <a:off x="3431627" y="2931527"/>
          <a:ext cx="2058206" cy="10291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GAC Lamberton LLC</a:t>
          </a:r>
          <a:br>
            <a:rPr lang="en-US" sz="800" kern="1200" dirty="0"/>
          </a:br>
          <a:r>
            <a:rPr lang="en-US" sz="800" kern="1200" dirty="0"/>
            <a:t>Ownership: 3%</a:t>
          </a:r>
        </a:p>
      </dsp:txBody>
      <dsp:txXfrm>
        <a:off x="3431627" y="2931527"/>
        <a:ext cx="2058206" cy="1029103"/>
      </dsp:txXfrm>
    </dsp:sp>
    <dsp:sp modelId="{D454A426-1873-41F7-80A2-510514702940}">
      <dsp:nvSpPr>
        <dsp:cNvPr id="0" name=""/>
        <dsp:cNvSpPr/>
      </dsp:nvSpPr>
      <dsp:spPr>
        <a:xfrm>
          <a:off x="6872228" y="2914444"/>
          <a:ext cx="2058206" cy="10291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JLB Group, LLC</a:t>
          </a:r>
          <a:br>
            <a:rPr lang="en-US" sz="800" kern="1200" dirty="0"/>
          </a:br>
          <a:r>
            <a:rPr lang="en-US" sz="800" kern="1200" dirty="0"/>
            <a:t>Ownership: 7%</a:t>
          </a:r>
        </a:p>
      </dsp:txBody>
      <dsp:txXfrm>
        <a:off x="6872228" y="2914444"/>
        <a:ext cx="2058206" cy="1029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4385-BCDC-40C3-9CFE-BF572FFD0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D7D25-6EA1-46C1-9203-A1800CFF2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DA1D9-C86D-4C1A-8F74-BE3097DCC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B2F62-6AA1-425D-97A2-B0771B60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AB562-7533-4021-AB9E-0754D439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86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13A8-FEAB-403A-BCDE-41158EF6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90F1C-B772-44F5-B00F-1255C1ADC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4EB02-DB26-4B14-8738-1A7FDB3F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B4141-3C6D-47D1-9A1C-FFD91E1F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4B930-0237-4BCD-93E6-24435F72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5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659BA-DFFB-458F-9C6F-0F5FA263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92BB1-2CE2-42F9-A4B6-9A11C2DCA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BD2BA-B80D-4107-9FC0-FBEBCCF3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6F771-1858-4ABE-B824-1988D301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66F7E-DC42-4D26-8323-0CDC73E5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0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6A85-99EE-475A-8D42-D8685804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4277-6A86-45CC-A795-1C94BB196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0358A-8BF6-4317-90A6-4C3202FCA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741F9-9108-442D-A2E4-C050D014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2D804-D9DE-40AE-B74C-260C2881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67105-71A6-4CF5-885E-DC4069474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4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D6FE-1A19-497F-AADC-15A2AF17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26894-7802-4C65-8C59-45E8F06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30237-C419-4B17-BFCD-430EA20BB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707EF-FA51-47FA-9FC6-2B9439D6A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7AB08-3041-4443-938F-680A08A8D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FA4099-0C36-4D0E-8F65-99BA0FF0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112B0-B49A-4285-85B0-5AF9D382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3E18F-11FF-4EF8-9133-04F7264A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9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F752B-D71C-4B4B-A2DE-2014AA8E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887A0-6C9E-45C7-B19C-1CAE6D04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00C64-C91A-49BB-A264-E93A2A1A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C56E-E4A4-4583-A747-35835DEB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5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0DA0C-350B-4601-A7B1-7F585F1B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855DC-38ED-4FBF-9EFB-6235F2DF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E46FF-CF4A-4988-A8AD-6C776EC7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9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ECC6-FF94-4A82-A8D3-44EC5780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5B7CF-0A68-4758-BBAD-508C99026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194A2-2D12-4C5C-8FD1-B345D0E59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4C026-8181-4CE4-8CA7-0F0C7387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C9A74-E54F-4735-91FB-6CB4BE14F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C8D6B-89DF-4656-95F9-84E9EE7E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5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0FDF-BA9D-4AD4-9F7F-525B85EA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429DDF-040F-443B-999E-C2529A29B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C93F7-F7D5-47BB-A1A9-134278728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C402F-E89E-470D-A0E7-7E3FEA3F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29E26-1D3F-4915-8402-05833066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5FE79-B8D9-4B21-AE0B-B310208E8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3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14B7-442B-4B73-8E4E-1887ED88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E758A-DC49-477B-A22A-137184F63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872EC-997E-4A2B-8FAB-5DCE6840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3CA8B-0708-4247-A6D0-7648A149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574F2-EF59-493B-8C83-CFA21B53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8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12194-02FB-433B-AD6C-966CE124F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D35AC1-7B54-44D6-AE64-18AD3B544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A9E18-714F-4358-9EF5-CA99F5EC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6E037-3350-485D-A24B-D59CB274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B047E-0F8A-4F9C-AD4C-9C315ED9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2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F58287-E7DA-4F15-8319-A4283471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EE3A3-6F78-4CB1-BBB1-7CB03103B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DBF78-C7FE-4DA8-92A6-94EE216D3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98367-1A12-47B4-8114-532BA4E3106D}" type="datetimeFigureOut">
              <a:rPr lang="en-US" smtClean="0"/>
              <a:t>10/10/2019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A517-80DA-4577-BBC5-5B2F9594A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12579-6177-4764-9E52-CE2207BCD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6F483-4E4C-4C19-B4DA-A555DB1D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93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5436D87-502D-45A3-B96E-94B19117FE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194215"/>
              </p:ext>
            </p:extLst>
          </p:nvPr>
        </p:nvGraphicFramePr>
        <p:xfrm>
          <a:off x="2031999" y="719666"/>
          <a:ext cx="974614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8226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33F35BBD7BE847B1FE9D41E83E62E1" ma:contentTypeVersion="13" ma:contentTypeDescription="Create a new document." ma:contentTypeScope="" ma:versionID="099d58a8c37cdba098fa2852e989e5b8">
  <xsd:schema xmlns:xsd="http://www.w3.org/2001/XMLSchema" xmlns:xs="http://www.w3.org/2001/XMLSchema" xmlns:p="http://schemas.microsoft.com/office/2006/metadata/properties" xmlns:ns2="8b946ec2-561f-4a03-a63a-0eab221a5776" xmlns:ns3="764674dd-e175-44e8-a710-52b02657ed00" targetNamespace="http://schemas.microsoft.com/office/2006/metadata/properties" ma:root="true" ma:fieldsID="ef3808dd6a5f5a95543715c162420a87" ns2:_="" ns3:_="">
    <xsd:import namespace="8b946ec2-561f-4a03-a63a-0eab221a5776"/>
    <xsd:import namespace="764674dd-e175-44e8-a710-52b02657ed00"/>
    <xsd:element name="properties">
      <xsd:complexType>
        <xsd:sequence>
          <xsd:element name="documentManagement">
            <xsd:complexType>
              <xsd:all>
                <xsd:element ref="ns2:PropertyShortName" minOccurs="0"/>
                <xsd:element ref="ns2:DocumentType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946ec2-561f-4a03-a63a-0eab221a5776" elementFormDefault="qualified">
    <xsd:import namespace="http://schemas.microsoft.com/office/2006/documentManagement/types"/>
    <xsd:import namespace="http://schemas.microsoft.com/office/infopath/2007/PartnerControls"/>
    <xsd:element name="PropertyShortName" ma:index="8" nillable="true" ma:displayName="Property Short Name" ma:format="Dropdown" ma:internalName="PropertyShortName">
      <xsd:simpleType>
        <xsd:restriction base="dms:Choice">
          <xsd:enumeration value="JBJ"/>
          <xsd:enumeration value="GO"/>
          <xsd:enumeration value="A2Z"/>
          <xsd:enumeration value="PC"/>
          <xsd:enumeration value="KEET"/>
          <xsd:enumeration value="BOVI"/>
          <xsd:enumeration value="BOVII"/>
          <xsd:enumeration value="POBOVI"/>
          <xsd:enumeration value="POBOVII"/>
          <xsd:enumeration value="ARD"/>
          <xsd:enumeration value="AMER"/>
          <xsd:enumeration value="APPLE"/>
          <xsd:enumeration value="AW"/>
          <xsd:enumeration value="Choice 14"/>
        </xsd:restriction>
      </xsd:simpleType>
    </xsd:element>
    <xsd:element name="DocumentType" ma:index="9" nillable="true" ma:displayName="Document Type" ma:format="Dropdown" ma:internalName="DocumentType">
      <xsd:simpleType>
        <xsd:restriction base="dms:Choice">
          <xsd:enumeration value="Cert of Formation"/>
          <xsd:enumeration value="EIN Letter"/>
          <xsd:enumeration value="LLC Agreeement"/>
          <xsd:enumeration value="Cert of Registration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122a211-7e95-43c4-85fe-cfb3afdd58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4674dd-e175-44e8-a710-52b02657ed0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b658d5b-c62a-4dd6-8c80-51c9b9a50843}" ma:internalName="TaxCatchAll" ma:showField="CatchAllData" ma:web="764674dd-e175-44e8-a710-52b02657ed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Type xmlns="8b946ec2-561f-4a03-a63a-0eab221a5776" xsi:nil="true"/>
    <PropertyShortName xmlns="8b946ec2-561f-4a03-a63a-0eab221a5776" xsi:nil="true"/>
    <lcf76f155ced4ddcb4097134ff3c332f xmlns="8b946ec2-561f-4a03-a63a-0eab221a5776">
      <Terms xmlns="http://schemas.microsoft.com/office/infopath/2007/PartnerControls"/>
    </lcf76f155ced4ddcb4097134ff3c332f>
    <TaxCatchAll xmlns="764674dd-e175-44e8-a710-52b02657ed00" xsi:nil="true"/>
  </documentManagement>
</p:properties>
</file>

<file path=customXml/itemProps1.xml><?xml version="1.0" encoding="utf-8"?>
<ds:datastoreItem xmlns:ds="http://schemas.openxmlformats.org/officeDocument/2006/customXml" ds:itemID="{E58F620A-D195-4BEA-AA19-95029A2FF3A6}"/>
</file>

<file path=customXml/itemProps2.xml><?xml version="1.0" encoding="utf-8"?>
<ds:datastoreItem xmlns:ds="http://schemas.openxmlformats.org/officeDocument/2006/customXml" ds:itemID="{D435DC00-6C71-48F9-8741-47A659E6688E}"/>
</file>

<file path=customXml/itemProps3.xml><?xml version="1.0" encoding="utf-8"?>
<ds:datastoreItem xmlns:ds="http://schemas.openxmlformats.org/officeDocument/2006/customXml" ds:itemID="{02FA2AD4-831C-411A-9DC8-14FE40086873}"/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 Berk</dc:creator>
  <cp:lastModifiedBy>Austin Berk</cp:lastModifiedBy>
  <cp:revision>4</cp:revision>
  <dcterms:created xsi:type="dcterms:W3CDTF">2019-10-10T09:30:59Z</dcterms:created>
  <dcterms:modified xsi:type="dcterms:W3CDTF">2019-10-10T15:36:58Z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0x010100E233F35BBD7BE847B1FE9D41E83E62E1</vt:lpwstr>
  </property>
  <property fmtid="{D5CDD505-2E9C-101B-9397-08002B2CF9AE}" pid="3" name="Order">
    <vt:r8>3000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